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DD4BF"/>
                </a:solidFill>
              </a:defRPr>
            </a:pPr>
            <a:r>
              <a:t>DATA ENGINEERING &amp; SIGNALS PREPROCESSING REPORT</a:t>
            </a:r>
          </a:p>
          <a:p>
            <a:pPr>
              <a:spcAft>
                <a:spcPts val="1500"/>
              </a:spcAft>
              <a:defRPr sz="4000" b="1">
                <a:solidFill>
                  <a:srgbClr val="F1F5F9"/>
                </a:solidFill>
              </a:defRPr>
            </a:pPr>
            <a:r>
              <a:t>Multimodal Voice &amp; Text Intelligence System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Detailed Breakdown of Preprocessing Workflows &amp; Fundamental Signals and Systems Concepts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Prepared by: Member 1 (Data Engineer &amp; Preprocessing Specialist)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WORKFLOW OVERVIEW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Summary of Member 1 Tasks &amp; Core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777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Task 1: Dataset Management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Downloaded &amp; structured Mozilla Common Voice TSV metadata and raw multilingual text corpora.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0728655" cy="777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Task 2.1: Data Balancing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Cleaned missing entries &amp; balanced male/female classes evenly to prevent demographic model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0728655" cy="7772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Task 2.2: Signal Standardization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Resampled raw audio to 16 kHz and standardized durations to exactly 5 seconds (80,000 samples).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0728655" cy="777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Task 3: Text Cleaning &amp; Encoding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Processed raw text using Regex to strip noise and mapped language labels to numeric targets.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728655" cy="7772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Task 4: Stratified Splitting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Generated 70/15/15 Train-Val-Test splits preserving exact class proportions for team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AUDIO PREPROCESSING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Task 2.2: Audio Resampling &amp; Standardized Framing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WHAT WAS DONE (IMPLEMENTATION)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Loaded heterogeneous audio formats (.mp3 / .wav) from the Mozilla Common Voice repository.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Resampled all continuous continuous/discrete audio streams to a fixed sampling rate of fs = 16,000 Hz.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Padded shorter signals with trailing zeros or truncated longer clips to yield exactly 5.0 seconds.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Constructed uniform NumPy array matrices with dimension [N_samples, 80000] for downstream neural network training.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42255" cy="4572000"/>
          </a:xfrm>
          <a:prstGeom prst="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SIGNALS &amp; SYSTEMS CONCEPT APPLIED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Nyquist-Shannon Sampling Theorem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Human speech signals span 50 Hz – 7 kHz. By sampling at fs = 16 kHz, fs &gt; 2 * B max (14 kHz), avoiding aliasing distortion.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Continuous to Discrete Conversion (C/D)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Converts continuous acoustic pressure waves x(t) into discrete sequences x[n] = x(nTs), where Ts = 1/16000 = 62.5 µs.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Finite Length Framing &amp; Zero Padding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Ensures dynamic length signals x[n] map to a fixed LTI system input dimension L = 80,000 samples.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AUDIO PREPROCESSING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Task 2.1: Data Balancing &amp; Demographic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WHAT WAS DONE (IMPLEMENTATION)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Parsed large TSV metadata manifests from Common Voice datasets.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Filtered out corrupted records, missing metadata, and invalid gender/age tags.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Applied random subsampling to balance male and female speaker distributions equally.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Aligned audio filenames with normalized target vectors for supervised classification.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42255" cy="4572000"/>
          </a:xfrm>
          <a:prstGeom prst="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SIGNALS &amp; SYSTEMS CONCEPT APPLIED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Discrete Sequence Masking &amp; Selection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Represented data filtering as element-wise multiplication with a binary selection window w[k]: y[k] = x[k] · w[k].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Signal-to-Noise &amp; Probability Distribution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Balancing classes prevents probability distribution skew, ensuring equal prior probability P(Male) = P(Female) = 0.5 across the signal space.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Deterministic Target Vector Mapping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Transformed continuous categorical metadata into discrete impulse vectors δ[k - c] representing system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TEXT PREPROCESSING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Task 3: Text Normalization &amp; Label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WHAT WAS DONE (IMPLEMENTATION)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Ingested raw multilingual text strings from language detection corpora.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Applied Regular Expression (Regex) filters to remove punctuation, digits, brackets, and URLs.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Normalized string sequences to lowercase and stripped superfluous whitespaces.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Converted categorical language strings into integer targets using Scikit-Learn LabelEncoder.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42255" cy="4572000"/>
          </a:xfrm>
          <a:prstGeom prst="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SIGNALS &amp; SYSTEMS CONCEPT APPLIED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High-Pass / Stop-Band Filtering (Noise Reduction)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Regex acts as a spatial stop-band filter H(e^jω) that suppresses high-frequency noise (punctuation/numbers) while passing semantic components.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Symbolic Discrete Quantization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Quantizes a discrete alphabet of text symbols into integer codebooks, mapping continuous textual variations into finite quantization levels.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System Linearity &amp; Invariance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Text cleaning is a deterministic, time-invariant transformation: cleaning the same string produces identical output regardless of input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PIPELINE INTEGRATION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Task 4: Stratified Dataset Splitting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WHAT WAS DONE (IMPLEMENTATION)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Implemented a reusable train_test_split pipeline function using Scikit-Learn.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Divided datasets into 70% Training, 15% Validation, and 15% Testing partitions.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Enforced class stratification across gender, age, and language target vectors.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Saved binary .npz arrays and metadata CSV files for Member 2, 3, and 4 handoff.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42255" cy="4572000"/>
          </a:xfrm>
          <a:prstGeom prst="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SIGNALS &amp; SYSTEMS CONCEPT APPLIED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Stationary Ergodic Process Assumption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Stratification guarantees that Train, Val, and Test subsets maintain identical statistical moments (mean, variance) across classes.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Ortho-System Generalization &amp; Leakage Prevention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Decoupling test sets ensures evaluation across non-overlapping signal subspaces, measuring system impulse response to unseen signals.</a:t>
            </a:r>
          </a:p>
          <a:p>
            <a:pPr>
              <a:defRPr sz="1300" b="1">
                <a:solidFill>
                  <a:srgbClr val="2DD4BF"/>
                </a:solidFill>
              </a:defRPr>
            </a:pPr>
            <a:r>
              <a:t>Cross-Correlation Integrity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Preserves the cross-correlation structure between feature vector X[n] and target vector Y[n] across all dataset splits.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SUMMARY MATRIX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Comprehensive Mapping: Preprocessing vs. Signals Concepts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D4BF"/>
                          </a:solidFill>
                        </a:defRPr>
                      </a:pPr>
                      <a:r>
                        <a:t>Preprocessing Task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D4BF"/>
                          </a:solidFill>
                        </a:defRPr>
                      </a:pPr>
                      <a:r>
                        <a:t>Python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D4BF"/>
                          </a:solidFill>
                        </a:defRPr>
                      </a:pPr>
                      <a:r>
                        <a:t>Signals &amp; Systems Concept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Audio Resampling (16 kHz)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librosa.load(..., sr=16000)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BF24"/>
                          </a:solidFill>
                        </a:defRPr>
                      </a:pPr>
                      <a:r>
                        <a:t>Nyquist-Shannon Sampling Theorem &amp; Anti-Aliasing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Fixed Duration (5s / 80k)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np.pad() &amp; truncation array slice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BF24"/>
                          </a:solidFill>
                        </a:defRPr>
                      </a:pPr>
                      <a:r>
                        <a:t>Finite Windowing &amp; Discrete C/D Signal Conversion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Text Noise Removal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re.sub() Regex Cleaning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BF24"/>
                          </a:solidFill>
                        </a:defRPr>
                      </a:pPr>
                      <a:r>
                        <a:t>Stop-Band Spatial Noise Filtering &amp; Quantization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Dataset Stratified Splitting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train_test_split(..., stratify=y)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BF24"/>
                          </a:solidFill>
                        </a:defRPr>
                      </a:pPr>
                      <a:r>
                        <a:t>Stationary Signal Statistics &amp; Ergodic Preservation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9EE14E-8D3F-861F-C4B0-F67C503F8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0" y="529338"/>
            <a:ext cx="11293819" cy="579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7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917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Sankalp Malkapur</cp:lastModifiedBy>
  <cp:revision>2</cp:revision>
  <dcterms:created xsi:type="dcterms:W3CDTF">2013-01-27T09:14:16Z</dcterms:created>
  <dcterms:modified xsi:type="dcterms:W3CDTF">2026-10-09T07:22:43Z</dcterms:modified>
  <cp:category/>
</cp:coreProperties>
</file>